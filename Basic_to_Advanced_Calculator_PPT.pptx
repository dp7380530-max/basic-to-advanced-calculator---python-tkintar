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2" r:id="rId16"/>
    <p:sldId id="273" r:id="rId17"/>
    <p:sldId id="275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2260" y="1631950"/>
            <a:ext cx="6774815" cy="721360"/>
          </a:xfrm>
        </p:spPr>
        <p:txBody>
          <a:bodyPr/>
          <a:lstStyle/>
          <a:p>
            <a:r>
              <a:rPr b="1"/>
              <a:t>Basic to Advanced Calculator</a:t>
            </a:r>
            <a:endParaRPr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90850" y="2524125"/>
            <a:ext cx="3937635" cy="504190"/>
          </a:xfrm>
        </p:spPr>
        <p:txBody>
          <a:bodyPr/>
          <a:lstStyle/>
          <a:p>
            <a:r>
              <a:rPr sz="2500" b="1"/>
              <a:t>Python + Tkinter Project</a:t>
            </a:r>
            <a:endParaRPr sz="2500" b="1"/>
          </a:p>
        </p:txBody>
      </p:sp>
      <p:sp>
        <p:nvSpPr>
          <p:cNvPr id="5" name="Subtitle 2"/>
          <p:cNvSpPr>
            <a:spLocks noGrp="1"/>
          </p:cNvSpPr>
          <p:nvPr/>
        </p:nvSpPr>
        <p:spPr>
          <a:xfrm>
            <a:off x="2990850" y="3199130"/>
            <a:ext cx="3937635" cy="45974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indent="0" algn="r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500" b="1"/>
              <a:t>Python + Tkinter Project</a:t>
            </a:r>
            <a:endParaRPr sz="2500" b="1"/>
          </a:p>
        </p:txBody>
      </p:sp>
      <p:sp>
        <p:nvSpPr>
          <p:cNvPr id="6" name="Text Box 5"/>
          <p:cNvSpPr txBox="1"/>
          <p:nvPr/>
        </p:nvSpPr>
        <p:spPr>
          <a:xfrm>
            <a:off x="1572260" y="5347970"/>
            <a:ext cx="66014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/>
              <a:t>Developed by Deepak Patel, Intern at Nethike IT Solution</a:t>
            </a:r>
            <a:endParaRPr 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9375" y="160655"/>
            <a:ext cx="6191250" cy="582930"/>
          </a:xfrm>
        </p:spPr>
        <p:txBody>
          <a:bodyPr/>
          <a:lstStyle/>
          <a:p>
            <a:pPr algn="l"/>
            <a:r>
              <a:rPr b="1"/>
              <a:t>Project Overview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12010"/>
            <a:ext cx="8229600" cy="3851910"/>
          </a:xfrm>
        </p:spPr>
        <p:txBody>
          <a:bodyPr/>
          <a:lstStyle/>
          <a:p>
            <a:r>
              <a:rPr sz="2400"/>
              <a:t>Feature-rich calculator developed in Python using Tkinter and CustomTkinter</a:t>
            </a:r>
            <a:endParaRPr sz="2400"/>
          </a:p>
          <a:p/>
          <a:p>
            <a:r>
              <a:t> </a:t>
            </a:r>
            <a:r>
              <a:rPr sz="2400"/>
              <a:t>Supports Standard, Scientific, Programmer, and Unit Conversion modes</a:t>
            </a:r>
            <a:endParaRPr sz="2400"/>
          </a:p>
          <a:p>
            <a:endParaRPr sz="2400"/>
          </a:p>
          <a:p>
            <a:r>
              <a:rPr sz="2400"/>
              <a:t>Advanced functions: Trigonometry, Logarithms, Exponentials, Base Conversion, Factorials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7950" y="190500"/>
            <a:ext cx="4184650" cy="582930"/>
          </a:xfrm>
        </p:spPr>
        <p:txBody>
          <a:bodyPr/>
          <a:lstStyle/>
          <a:p>
            <a:r>
              <a:rPr b="1"/>
              <a:t>Project Objectives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045" y="1353185"/>
            <a:ext cx="8452485" cy="4953000"/>
          </a:xfrm>
        </p:spPr>
        <p:txBody>
          <a:bodyPr/>
          <a:lstStyle/>
          <a:p>
            <a:r>
              <a:t> </a:t>
            </a:r>
            <a:r>
              <a:rPr sz="2400"/>
              <a:t>Learn GUI development in Python</a:t>
            </a:r>
            <a:endParaRPr sz="2400"/>
          </a:p>
          <a:p>
            <a:endParaRPr sz="2400"/>
          </a:p>
          <a:p>
            <a:r>
              <a:rPr sz="2400"/>
              <a:t> Implement mathematical operations programmatically</a:t>
            </a:r>
            <a:endParaRPr sz="2400"/>
          </a:p>
          <a:p>
            <a:endParaRPr sz="2400"/>
          </a:p>
          <a:p>
            <a:r>
              <a:rPr sz="2400"/>
              <a:t> Integrate multiple calculator modes in one app</a:t>
            </a:r>
            <a:endParaRPr sz="2400"/>
          </a:p>
          <a:p>
            <a:endParaRPr sz="2400"/>
          </a:p>
          <a:p>
            <a:r>
              <a:rPr sz="2400"/>
              <a:t>Include features like History, ANS button, and Unit</a:t>
            </a:r>
            <a:endParaRPr sz="2400"/>
          </a:p>
          <a:p>
            <a:pPr marL="0" indent="0">
              <a:buNone/>
            </a:pPr>
            <a:r>
              <a:rPr sz="2400"/>
              <a:t> Converter</a:t>
            </a:r>
            <a:endParaRPr sz="2400"/>
          </a:p>
          <a:p>
            <a:pPr marL="0" indent="0">
              <a:buNone/>
            </a:pPr>
            <a:endParaRPr sz="2400"/>
          </a:p>
          <a:p>
            <a:r>
              <a:rPr sz="2400"/>
              <a:t> Create a user-friendly interface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660" y="145415"/>
            <a:ext cx="6399530" cy="582930"/>
          </a:xfrm>
        </p:spPr>
        <p:txBody>
          <a:bodyPr/>
          <a:lstStyle/>
          <a:p>
            <a:r>
              <a:rPr b="1"/>
              <a:t>Tools &amp; Technologies Used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5995"/>
            <a:ext cx="8229600" cy="3555365"/>
          </a:xfrm>
        </p:spPr>
        <p:txBody>
          <a:bodyPr/>
          <a:lstStyle/>
          <a:p>
            <a:r>
              <a:rPr sz="2400"/>
              <a:t>Python 3.x</a:t>
            </a:r>
            <a:endParaRPr sz="2400"/>
          </a:p>
          <a:p>
            <a:endParaRPr sz="2400"/>
          </a:p>
          <a:p>
            <a:r>
              <a:rPr sz="2400"/>
              <a:t>Tkinter &amp; CustomTkinter</a:t>
            </a:r>
            <a:endParaRPr sz="2400"/>
          </a:p>
          <a:p>
            <a:endParaRPr sz="2400"/>
          </a:p>
          <a:p>
            <a:r>
              <a:rPr sz="2400"/>
              <a:t>math &amp; random libraries</a:t>
            </a:r>
            <a:endParaRPr sz="2400"/>
          </a:p>
          <a:p>
            <a:endParaRPr sz="2400"/>
          </a:p>
          <a:p>
            <a:r>
              <a:rPr sz="2400"/>
              <a:t>simpledialog &amp; messagebox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0655" y="160655"/>
            <a:ext cx="6617970" cy="582930"/>
          </a:xfrm>
        </p:spPr>
        <p:txBody>
          <a:bodyPr/>
          <a:lstStyle/>
          <a:p>
            <a:r>
              <a:rPr b="1"/>
              <a:t>Standard Calculator Features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86305"/>
            <a:ext cx="8229600" cy="3450590"/>
          </a:xfrm>
        </p:spPr>
        <p:txBody>
          <a:bodyPr/>
          <a:lstStyle/>
          <a:p>
            <a:r>
              <a:t> </a:t>
            </a:r>
            <a:r>
              <a:rPr sz="2400"/>
              <a:t>Basic operations: +, -, *, /</a:t>
            </a:r>
            <a:endParaRPr sz="2400"/>
          </a:p>
          <a:p>
            <a:endParaRPr sz="2400"/>
          </a:p>
          <a:p>
            <a:r>
              <a:rPr sz="2400"/>
              <a:t> Percentage, square, square root, reciprocal, +/- toggle</a:t>
            </a:r>
            <a:endParaRPr sz="2400"/>
          </a:p>
          <a:p>
            <a:endParaRPr sz="2400"/>
          </a:p>
          <a:p>
            <a:r>
              <a:rPr sz="2400"/>
              <a:t>Clear Entry (CE) &amp; Clear (C)</a:t>
            </a:r>
            <a:endParaRPr sz="2400"/>
          </a:p>
          <a:p>
            <a:endParaRPr sz="2400"/>
          </a:p>
          <a:p>
            <a:r>
              <a:rPr sz="2400"/>
              <a:t>Backspace support (X button)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460" y="160655"/>
            <a:ext cx="6623050" cy="582930"/>
          </a:xfrm>
        </p:spPr>
        <p:txBody>
          <a:bodyPr/>
          <a:lstStyle/>
          <a:p>
            <a:r>
              <a:rPr b="1"/>
              <a:t>Scientific Calculator Features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1620"/>
            <a:ext cx="8229600" cy="4953000"/>
          </a:xfrm>
        </p:spPr>
        <p:txBody>
          <a:bodyPr/>
          <a:lstStyle/>
          <a:p>
            <a:r>
              <a:rPr sz="2400"/>
              <a:t> Trigonometry: sin, cos, tan, sec, csc, cot (with inverse functions)</a:t>
            </a:r>
            <a:endParaRPr sz="2400"/>
          </a:p>
          <a:p>
            <a:endParaRPr sz="2400"/>
          </a:p>
          <a:p>
            <a:r>
              <a:rPr sz="2400"/>
              <a:t> Exponentials: xʸ, 10ˣ, 2ˣ, eˣ</a:t>
            </a:r>
            <a:endParaRPr sz="2400"/>
          </a:p>
          <a:p>
            <a:endParaRPr sz="2400"/>
          </a:p>
          <a:p>
            <a:r>
              <a:rPr sz="2400"/>
              <a:t> Logarithms: log, ln, logᵧ(x)</a:t>
            </a:r>
            <a:endParaRPr sz="2400"/>
          </a:p>
          <a:p>
            <a:endParaRPr sz="2400"/>
          </a:p>
          <a:p>
            <a:r>
              <a:rPr sz="2400"/>
              <a:t> Factorial, Random, Floor, Ceiling, Absolute Value</a:t>
            </a:r>
            <a:endParaRPr sz="2400"/>
          </a:p>
          <a:p>
            <a:endParaRPr sz="2400"/>
          </a:p>
          <a:p>
            <a:r>
              <a:rPr sz="2400"/>
              <a:t> Toggle 2nd functions with “2nd” button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6955" y="131445"/>
            <a:ext cx="7649845" cy="582930"/>
          </a:xfrm>
        </p:spPr>
        <p:txBody>
          <a:bodyPr/>
          <a:lstStyle/>
          <a:p>
            <a:r>
              <a:rPr b="1"/>
              <a:t>Programmer Calculator Features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735" y="2825750"/>
            <a:ext cx="8268970" cy="2409825"/>
          </a:xfrm>
        </p:spPr>
        <p:txBody>
          <a:bodyPr/>
          <a:lstStyle/>
          <a:p>
            <a:r>
              <a:rPr sz="2400"/>
              <a:t>Base conversions: DEC, BIN, OCT, HEX</a:t>
            </a:r>
            <a:endParaRPr sz="2400"/>
          </a:p>
          <a:p>
            <a:endParaRPr sz="2400"/>
          </a:p>
          <a:p>
            <a:r>
              <a:rPr sz="2400"/>
              <a:t>Bitwise operations: AND, OR, XOR, NOT, &lt;&lt;, &gt;&gt;</a:t>
            </a:r>
            <a:endParaRPr sz="2400"/>
          </a:p>
          <a:p>
            <a:endParaRPr sz="2400"/>
          </a:p>
          <a:p>
            <a:r>
              <a:rPr sz="2400"/>
              <a:t>Multi-base calculations supported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8910" y="160655"/>
            <a:ext cx="5462905" cy="582930"/>
          </a:xfrm>
        </p:spPr>
        <p:txBody>
          <a:bodyPr/>
          <a:lstStyle/>
          <a:p>
            <a:r>
              <a:rPr b="1"/>
              <a:t>Unit Converter Features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9035"/>
            <a:ext cx="8229600" cy="2900045"/>
          </a:xfrm>
        </p:spPr>
        <p:txBody>
          <a:bodyPr/>
          <a:lstStyle/>
          <a:p>
            <a:r>
              <a:rPr sz="2400"/>
              <a:t>Supports: Length, Weight, Temperature, Volume, Speed, Time</a:t>
            </a:r>
            <a:endParaRPr sz="2400"/>
          </a:p>
          <a:p>
            <a:endParaRPr sz="2400"/>
          </a:p>
          <a:p>
            <a:r>
              <a:rPr sz="2400"/>
              <a:t> Auto-conversion using simple formulas</a:t>
            </a:r>
            <a:endParaRPr sz="2400"/>
          </a:p>
          <a:p>
            <a:endParaRPr sz="2400"/>
          </a:p>
          <a:p>
            <a:r>
              <a:rPr sz="2400"/>
              <a:t> Integrated with main calculator interface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7005" y="190500"/>
            <a:ext cx="5121910" cy="582930"/>
          </a:xfrm>
        </p:spPr>
        <p:txBody>
          <a:bodyPr/>
          <a:lstStyle/>
          <a:p>
            <a:r>
              <a:rPr b="1"/>
              <a:t>History &amp; ANS Feature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4895"/>
            <a:ext cx="8229600" cy="2721610"/>
          </a:xfrm>
        </p:spPr>
        <p:txBody>
          <a:bodyPr/>
          <a:lstStyle/>
          <a:p>
            <a:r>
              <a:t> </a:t>
            </a:r>
            <a:r>
              <a:rPr sz="2400"/>
              <a:t>ANS button retrieves last calculated result</a:t>
            </a:r>
            <a:endParaRPr sz="2400"/>
          </a:p>
          <a:p>
            <a:endParaRPr sz="2400"/>
          </a:p>
          <a:p>
            <a:r>
              <a:rPr sz="2400"/>
              <a:t> History window shows previous calculations</a:t>
            </a:r>
            <a:endParaRPr sz="2400"/>
          </a:p>
          <a:p>
            <a:endParaRPr sz="2400"/>
          </a:p>
          <a:p>
            <a:r>
              <a:rPr sz="2400"/>
              <a:t> Option to clear history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8275" y="160655"/>
            <a:ext cx="2919730" cy="582930"/>
          </a:xfrm>
        </p:spPr>
        <p:txBody>
          <a:bodyPr/>
          <a:lstStyle/>
          <a:p>
            <a:r>
              <a:rPr b="1"/>
              <a:t>GUI Design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79980"/>
            <a:ext cx="8229600" cy="3302000"/>
          </a:xfrm>
        </p:spPr>
        <p:txBody>
          <a:bodyPr/>
          <a:lstStyle/>
          <a:p>
            <a:r>
              <a:rPr sz="2400"/>
              <a:t>Horizontal layout for easy navigation</a:t>
            </a:r>
            <a:endParaRPr sz="2400"/>
          </a:p>
          <a:p>
            <a:endParaRPr sz="2400"/>
          </a:p>
          <a:p>
            <a:r>
              <a:rPr sz="2400"/>
              <a:t>Hamburger side menu for switching modes</a:t>
            </a:r>
            <a:endParaRPr sz="2400"/>
          </a:p>
          <a:p>
            <a:endParaRPr sz="2400"/>
          </a:p>
          <a:p>
            <a:r>
              <a:rPr sz="2400"/>
              <a:t>Clean color scheme: White + Blue accents</a:t>
            </a:r>
            <a:endParaRPr sz="2400"/>
          </a:p>
          <a:p>
            <a:endParaRPr sz="2400"/>
          </a:p>
          <a:p>
            <a:r>
              <a:rPr sz="2400"/>
              <a:t>Consistent design across all modes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700" y="160655"/>
            <a:ext cx="5387975" cy="582930"/>
          </a:xfrm>
        </p:spPr>
        <p:txBody>
          <a:bodyPr/>
          <a:lstStyle/>
          <a:p>
            <a:r>
              <a:rPr b="1"/>
              <a:t>Challenges &amp; Learning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735" y="1873885"/>
            <a:ext cx="8229600" cy="4105910"/>
          </a:xfrm>
        </p:spPr>
        <p:txBody>
          <a:bodyPr/>
          <a:lstStyle/>
          <a:p>
            <a:r>
              <a:rPr sz="2400"/>
              <a:t>Challenges:</a:t>
            </a:r>
            <a:endParaRPr sz="2400"/>
          </a:p>
          <a:p>
            <a:r>
              <a:rPr sz="2400"/>
              <a:t>Managing multiple calculator modes in one window</a:t>
            </a:r>
            <a:endParaRPr sz="2400"/>
          </a:p>
          <a:p>
            <a:r>
              <a:rPr sz="2400"/>
              <a:t>Implementing 2nd functions &amp; trigonometric conversions</a:t>
            </a:r>
            <a:endParaRPr sz="2400"/>
          </a:p>
          <a:p>
            <a:r>
              <a:rPr sz="2400"/>
              <a:t>Handling errors and invalid inputs</a:t>
            </a:r>
            <a:endParaRPr sz="2400"/>
          </a:p>
          <a:p>
            <a:r>
              <a:rPr sz="2400"/>
              <a:t>Learning Outcomes:</a:t>
            </a:r>
            <a:endParaRPr sz="2400"/>
          </a:p>
          <a:p>
            <a:r>
              <a:rPr sz="2400"/>
              <a:t>GUI programming with Tkinter &amp; CustomTkinter</a:t>
            </a:r>
            <a:endParaRPr sz="2400"/>
          </a:p>
          <a:p>
            <a:r>
              <a:rPr sz="2400"/>
              <a:t>Event handling &amp; callbacks</a:t>
            </a:r>
            <a:endParaRPr sz="2400"/>
          </a:p>
          <a:p>
            <a:r>
              <a:rPr sz="2400"/>
              <a:t>Modular &amp; reusable functions</a:t>
            </a:r>
            <a:endParaRPr sz="2400"/>
          </a:p>
          <a:p>
            <a:r>
              <a:rPr sz="2400"/>
              <a:t>Handling advanced mathematical calculations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3670" y="160020"/>
            <a:ext cx="4719320" cy="582930"/>
          </a:xfrm>
        </p:spPr>
        <p:txBody>
          <a:bodyPr/>
          <a:lstStyle/>
          <a:p>
            <a:r>
              <a:rPr b="1"/>
              <a:t>Demo / Screenshots</a:t>
            </a:r>
            <a:endParaRPr b="1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b="7398"/>
          <a:stretch>
            <a:fillRect/>
          </a:stretch>
        </p:blipFill>
        <p:spPr>
          <a:xfrm>
            <a:off x="337820" y="1993265"/>
            <a:ext cx="8229600" cy="4284345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/>
        </p:nvSpPr>
        <p:spPr>
          <a:xfrm>
            <a:off x="3141345" y="1016000"/>
            <a:ext cx="2622550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sz="20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Standard Calculator</a:t>
            </a:r>
            <a:endParaRPr lang="en-US" sz="20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3670" y="142240"/>
            <a:ext cx="4645025" cy="582930"/>
          </a:xfrm>
        </p:spPr>
        <p:txBody>
          <a:bodyPr/>
          <a:lstStyle/>
          <a:p>
            <a:pPr algn="l"/>
            <a:r>
              <a:rPr b="1"/>
              <a:t>Demo / Screenshots</a:t>
            </a:r>
            <a:endParaRPr b="1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3141345" y="1016000"/>
            <a:ext cx="2622550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Scientific Calculator</a:t>
            </a:r>
            <a:endParaRPr lang="en-US"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b="7384"/>
          <a:stretch>
            <a:fillRect/>
          </a:stretch>
        </p:blipFill>
        <p:spPr>
          <a:xfrm>
            <a:off x="337820" y="1889760"/>
            <a:ext cx="8229600" cy="42849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460" y="190500"/>
            <a:ext cx="4614545" cy="582930"/>
          </a:xfrm>
        </p:spPr>
        <p:txBody>
          <a:bodyPr/>
          <a:lstStyle/>
          <a:p>
            <a:r>
              <a:rPr b="1"/>
              <a:t>Demo / Screenshots</a:t>
            </a:r>
            <a:endParaRPr b="1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2948305" y="1035050"/>
            <a:ext cx="3247390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Programmer Calculator</a:t>
            </a:r>
            <a:endParaRPr lang="en-US"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rcRect b="8358"/>
          <a:stretch>
            <a:fillRect/>
          </a:stretch>
        </p:blipFill>
        <p:spPr>
          <a:xfrm>
            <a:off x="457200" y="2096135"/>
            <a:ext cx="8229600" cy="42398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010" y="160655"/>
            <a:ext cx="4688840" cy="582930"/>
          </a:xfrm>
        </p:spPr>
        <p:txBody>
          <a:bodyPr/>
          <a:lstStyle/>
          <a:p>
            <a:r>
              <a:rPr b="1"/>
              <a:t>Demo / Screenshots</a:t>
            </a:r>
            <a:endParaRPr b="1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3394075" y="1143000"/>
            <a:ext cx="2012950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Unit Converter</a:t>
            </a:r>
            <a:endParaRPr lang="en-US"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b="7713"/>
          <a:stretch>
            <a:fillRect/>
          </a:stretch>
        </p:blipFill>
        <p:spPr>
          <a:xfrm>
            <a:off x="457200" y="1833880"/>
            <a:ext cx="8229600" cy="42697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250" y="145415"/>
            <a:ext cx="3855085" cy="582930"/>
          </a:xfrm>
        </p:spPr>
        <p:txBody>
          <a:bodyPr/>
          <a:lstStyle/>
          <a:p>
            <a:r>
              <a:rPr b="1"/>
              <a:t>Footer / Contact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480" y="3465830"/>
            <a:ext cx="8229600" cy="965835"/>
          </a:xfrm>
        </p:spPr>
        <p:txBody>
          <a:bodyPr/>
          <a:lstStyle/>
          <a:p>
            <a:r>
              <a:rPr sz="2400"/>
              <a:t>This Calculator Design By Nethike Intern Deepak Patel</a:t>
            </a:r>
            <a:endParaRPr sz="2400"/>
          </a:p>
          <a:p>
            <a:r>
              <a:rPr sz="2400"/>
              <a:t>Email</a:t>
            </a:r>
            <a:r>
              <a:rPr lang="en-US" sz="2400"/>
              <a:t> :- dp7380530@gmail.com</a:t>
            </a:r>
            <a:endParaRPr 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2310</Words>
  <Application>WPS Presentation</Application>
  <PresentationFormat>On-screen Show (4:3)</PresentationFormat>
  <Paragraphs>128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Communications and Dialogues</vt:lpstr>
      <vt:lpstr>Basic to Advanced Calculator</vt:lpstr>
      <vt:lpstr>Project Overview</vt:lpstr>
      <vt:lpstr>Project Objectives</vt:lpstr>
      <vt:lpstr>Tools &amp; Technologies Used</vt:lpstr>
      <vt:lpstr>Standard Calculator Features</vt:lpstr>
      <vt:lpstr>Scientific Calculator Features</vt:lpstr>
      <vt:lpstr>Programmer Calculator Features</vt:lpstr>
      <vt:lpstr>Unit Converter Features</vt:lpstr>
      <vt:lpstr>History &amp; ANS Feature</vt:lpstr>
      <vt:lpstr>GUI Design</vt:lpstr>
      <vt:lpstr>Challenges &amp; Learning</vt:lpstr>
      <vt:lpstr>Demo / Screenshots</vt:lpstr>
      <vt:lpstr>Demo / Screenshots</vt:lpstr>
      <vt:lpstr>Demo / Screenshots</vt:lpstr>
      <vt:lpstr>Demo / Screenshots</vt:lpstr>
      <vt:lpstr>Footer / Contact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asus</cp:lastModifiedBy>
  <cp:revision>3</cp:revision>
  <dcterms:created xsi:type="dcterms:W3CDTF">2013-01-27T09:14:00Z</dcterms:created>
  <dcterms:modified xsi:type="dcterms:W3CDTF">2025-12-18T16:44:25Z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11321EA1030A4C51B2D66C11EE0F504A</vt:lpwstr>
  </property>
  <property fmtid="{D5CDD505-2E9C-101B-9397-08002B2CF9AE}" pid="3" name="KSOProductBuildVer">
    <vt:lpwstr>1033-11.2.0.11225</vt:lpwstr>
  </property>
</Properties>
</file>